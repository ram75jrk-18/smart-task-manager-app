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Final Project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64646"/>
                </a:solidFill>
              </a:rPr>
              <a:t>Task Management System
Role-based access control, validations, notifications, deployment-ready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5120640"/>
          </a:xfrm>
          <a:prstGeom prst="rect">
            <a:avLst/>
          </a:prstGeom>
          <a:solidFill>
            <a:srgbClr val="F8FA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Simple task management web application built for final-week submission.</a:t>
            </a:r>
          </a:p>
          <a:p>
            <a:pPr>
              <a:defRPr sz="1800"/>
            </a:pPr>
            <a:r>
              <a:t>Includes frontend, backend, documentation, and presentation files.</a:t>
            </a:r>
          </a:p>
          <a:p>
            <a:pPr>
              <a:defRPr sz="1800"/>
            </a:pPr>
            <a:r>
              <a:t>Designed to be easy to run, explain, and upload directly.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Assigned Tasks Covered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5120640"/>
          </a:xfrm>
          <a:prstGeom prst="rect">
            <a:avLst/>
          </a:prstGeom>
          <a:solidFill>
            <a:srgbClr val="F8FA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Implemented role-based access control with Admin and Member roles.</a:t>
            </a:r>
          </a:p>
          <a:p>
            <a:pPr>
              <a:defRPr sz="1800"/>
            </a:pPr>
            <a:r>
              <a:t>Added advanced features such as notifications and input validations.</a:t>
            </a:r>
          </a:p>
          <a:p>
            <a:pPr>
              <a:defRPr sz="1800"/>
            </a:pPr>
            <a:r>
              <a:t>Prepared a deployment-ready project structure for hosting platforms.</a:t>
            </a:r>
          </a:p>
          <a:p>
            <a:pPr>
              <a:defRPr sz="1800"/>
            </a:pPr>
            <a:r>
              <a:t>Created documentation and presentation for submission.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Role-Based Access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5120640"/>
          </a:xfrm>
          <a:prstGeom prst="rect">
            <a:avLst/>
          </a:prstGeom>
          <a:solidFill>
            <a:srgbClr val="F8FA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Admin: login, create tasks, view all tasks, update any task status.</a:t>
            </a:r>
          </a:p>
          <a:p>
            <a:pPr>
              <a:defRPr sz="1800"/>
            </a:pPr>
            <a:r>
              <a:t>Member: login, view assigned tasks, update only own assigned tasks.</a:t>
            </a:r>
          </a:p>
          <a:p>
            <a:pPr>
              <a:defRPr sz="1800"/>
            </a:pPr>
            <a:r>
              <a:t>Unauthorized actions are blocked on the server side.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Advanced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5120640"/>
          </a:xfrm>
          <a:prstGeom prst="rect">
            <a:avLst/>
          </a:prstGeom>
          <a:solidFill>
            <a:srgbClr val="F8FA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Validation for login and task creation fields.</a:t>
            </a:r>
          </a:p>
          <a:p>
            <a:pPr>
              <a:defRPr sz="1800"/>
            </a:pPr>
            <a:r>
              <a:t>Success and error notification banners on the UI.</a:t>
            </a:r>
          </a:p>
          <a:p>
            <a:pPr>
              <a:defRPr sz="1800"/>
            </a:pPr>
            <a:r>
              <a:t>Responsive and clean interface for demonstration.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Deployment and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5120640"/>
          </a:xfrm>
          <a:prstGeom prst="rect">
            <a:avLst/>
          </a:prstGeom>
          <a:solidFill>
            <a:srgbClr val="F8FA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Project package can be deployed to Vercel, Render, or Railway.</a:t>
            </a:r>
          </a:p>
          <a:p>
            <a:pPr>
              <a:defRPr sz="1800"/>
            </a:pPr>
            <a:r>
              <a:t>Deliverables included now: project zip, documentation file, presentation file.</a:t>
            </a:r>
          </a:p>
          <a:p>
            <a:pPr>
              <a:defRPr sz="1800"/>
            </a:pPr>
            <a:r>
              <a:t>Live project link should be updated after actual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Demo Credentials and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5120640"/>
          </a:xfrm>
          <a:prstGeom prst="rect">
            <a:avLst/>
          </a:prstGeom>
          <a:solidFill>
            <a:srgbClr val="F8FAFC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Admin: admin@demo.com / admin123</a:t>
            </a:r>
          </a:p>
          <a:p>
            <a:pPr>
              <a:defRPr sz="1800"/>
            </a:pPr>
            <a:r>
              <a:t>Member: member@demo.com / member123</a:t>
            </a:r>
          </a:p>
          <a:p>
            <a:pPr>
              <a:defRPr sz="1800"/>
            </a:pPr>
            <a:r>
              <a:t>This package is ready for submission upload and easy explanation during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